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489835"/>
            <a:ext cx="9144000" cy="1878330"/>
          </a:xfrm>
        </p:spPr>
        <p:txBody>
          <a:bodyPr>
            <a:noAutofit/>
          </a:bodyPr>
          <a:p>
            <a:pPr marL="0" indent="0" fontAlgn="auto"/>
            <a:r>
              <a:rPr lang="en-US" altLang="zh-CN" sz="8800" b="1">
                <a:latin typeface="MV Boli" panose="02000500030200090000" charset="0"/>
                <a:cs typeface="MV Boli" panose="02000500030200090000" charset="0"/>
              </a:rPr>
              <a:t>Font format</a:t>
            </a:r>
            <a:endParaRPr lang="en-US" altLang="zh-CN" sz="8800" b="1">
              <a:latin typeface="MV Boli" panose="02000500030200090000" charset="0"/>
              <a:cs typeface="MV Boli" panose="0200050003020009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NEW_CREAT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Calibri</vt:lpstr>
      <vt:lpstr>微软雅黑</vt:lpstr>
      <vt:lpstr>Comic Sans MS</vt:lpstr>
      <vt:lpstr>MV Boli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WPS_1642504161</cp:lastModifiedBy>
  <cp:revision>6</cp:revision>
  <dcterms:created xsi:type="dcterms:W3CDTF">2023-08-09T12:44:00Z</dcterms:created>
  <dcterms:modified xsi:type="dcterms:W3CDTF">2026-09-05T11:31:33Z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2B3A18D43B7C4582BCF4091789D23805_12</vt:lpwstr>
  </property>
</Properties>
</file>